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90B7"/>
    <a:srgbClr val="5B89BA"/>
    <a:srgbClr val="8AB1CC"/>
    <a:srgbClr val="49709B"/>
    <a:srgbClr val="B5C4DB"/>
    <a:srgbClr val="D5E0F2"/>
    <a:srgbClr val="B0C4E0"/>
    <a:srgbClr val="C8D8EF"/>
    <a:srgbClr val="99B1D5"/>
    <a:srgbClr val="A8B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C14EC-0012-43C4-90A3-CE2A06A6B042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2DCCC-08D0-4C2C-B047-8C6ECA14B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621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6389-D43C-484C-31AD-13D6D2B9E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A4C99-2E31-76A1-F162-836F96436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D66A4-1935-2A07-533B-E8DC033A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01B8A-AFAF-8C4D-DF3B-633A005B5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508D8-AF76-C9B8-E6B5-61DA3AE0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337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3D33-3160-8555-4459-9547ECA4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91A91-6AB8-37C0-135A-2398E09F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FD072-52CB-AED0-1B07-4DE8CBD2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E769F-235B-EAB4-60D1-D17F918B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979CD-DAD8-4735-1284-4E7A1A9D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66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158F-777A-9778-AB78-5D75AB77C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9D67C-B7E0-470B-67FE-9C04CD64C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23D8B-4AE5-F9E9-8C6B-F87DDD222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D2648-9A8E-3853-44F8-41926355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C8B7A-A112-B273-1E8E-5D9F447B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4880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8E530-55CF-98F9-3933-C3813D44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BD138-2341-7E42-B514-A5D907A25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7F26D-F4CF-895E-F850-C6D12F722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4701E-5B03-BC0D-5947-FA452B2F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7193E-2DF2-6CCE-5617-09E2FEC0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8FAA3-23AD-4BA8-CAB7-9D89498B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1416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378A-9719-453E-5A2C-47F2930B9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59A90-E081-8C0E-94EA-20C4F24CC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2FCD9-185C-F01C-BE72-C668A9C56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D1BCEE-2B0C-102A-31AE-F0B82C5D3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D9B92-1F8D-2EF8-7EAD-3E51B8424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FEB545-FA40-1D38-EFF2-22355B558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2285D0-7F6E-EBBD-4B0E-8A4C976D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59446A-32E0-E27C-3A4A-50A069DC0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88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2179-4B84-B969-8D07-0072903B7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6BAF1-0550-BDBA-49B9-A00B4CE9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CCAED-2951-E716-7FE6-8DDA289A3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664A3-C2F3-906E-AC3A-38A1EA1C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553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7C4B6-2EF6-3034-D8C4-D6338FCF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56B702-C3B2-54D8-CEE8-3F708FA8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06AB0-8F05-6BA8-748A-3A8F88D4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601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7035-2780-D37C-8627-62796D74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B643-742E-BC66-E8E4-36D8B2952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3396D-F56D-8D99-CD8C-332BED2D6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B0462-6F6F-0C75-2BF3-BD8F79E30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E709D-64BD-1CF1-6467-2D0746AE5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964A9-E8C2-ACE1-E340-025A0D0A5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284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E8FE-CBE6-FB2F-AC44-7BC7E07C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A4A9DF-7097-4F84-9707-B87A0E390A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0A274-9486-6732-075A-3051D7462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CC16F-3624-8749-E421-90DF9481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5B4C2-4C29-5C70-9BAA-135B44AB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F65C4-6EB9-B6AE-80E5-1EA777E5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207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C710-374B-5053-BCE3-3FCD363B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4279C-EE64-E765-3D1C-6E8180152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E905E-51A9-130C-799C-D41B8A3A1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864CB-EF80-8C23-D0A5-BCC4934D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F898C-7CB1-AA6C-9B78-DC05DFB1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796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1E729E-3E42-CE8A-A923-B9A7F1880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3ABB9-5379-B81C-7D34-08D007A74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3D947-5B6A-65C9-83BA-58A342EA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760B7-44D1-5461-688F-379D2280B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3B395-3311-F9AA-ADC1-363F6694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061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5A1D8-99EF-0E57-9220-E72CE8018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F7F0C-BA9B-3212-D922-E6AFD8DE2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E0136-54E2-8298-63C4-3B106ECD0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794F1-2AB7-4FD1-AF22-56140403BA83}" type="datetimeFigureOut">
              <a:rPr lang="en-CA" smtClean="0"/>
              <a:t>2026-08-01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0C1A1-A4B1-9FA7-A5D8-700A80F2E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27A73-BF71-319C-AF48-5CDB0F292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3768F-8A36-48F7-91A2-9471180399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38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9007FF9-312E-2AA9-DEBA-8EFCD2E25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092" y="2474156"/>
            <a:ext cx="1616320" cy="16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26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9D6E5B-F98A-DADA-92C1-087FDF2CD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4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257266-90C0-881A-E9AD-727C7E9E6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394" y="573686"/>
            <a:ext cx="13320000" cy="6216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28000">
                <a:schemeClr val="accent1">
                  <a:lumMod val="0"/>
                  <a:lumOff val="100000"/>
                  <a:alpha val="54000"/>
                </a:schemeClr>
              </a:gs>
              <a:gs pos="61000">
                <a:schemeClr val="accent1">
                  <a:lumMod val="100000"/>
                </a:schemeClr>
              </a:gs>
            </a:gsLst>
            <a:lin ang="0" scaled="1"/>
            <a:tileRect/>
          </a:gra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C4508D-AE83-FB93-D7A1-5764780E0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299" y="1549632"/>
            <a:ext cx="3543187" cy="35431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0860DE-BEA7-3490-50B6-E7A19240EC2A}"/>
              </a:ext>
            </a:extLst>
          </p:cNvPr>
          <p:cNvSpPr/>
          <p:nvPr/>
        </p:nvSpPr>
        <p:spPr>
          <a:xfrm>
            <a:off x="-61200" y="2092569"/>
            <a:ext cx="13320000" cy="789779"/>
          </a:xfrm>
          <a:prstGeom prst="rect">
            <a:avLst/>
          </a:prstGeom>
          <a:gradFill flip="none" rotWithShape="1">
            <a:gsLst>
              <a:gs pos="0">
                <a:srgbClr val="A8B8D2"/>
              </a:gs>
              <a:gs pos="24000">
                <a:schemeClr val="accent1">
                  <a:lumMod val="0"/>
                  <a:lumOff val="100000"/>
                  <a:alpha val="28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137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AA729-7763-6386-EA3C-1B0E1E128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DD23ED-BCF4-1C24-BBCA-AEE3B5E24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394" y="573686"/>
            <a:ext cx="13320000" cy="6216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28000">
                <a:srgbClr val="B5C4DB"/>
              </a:gs>
              <a:gs pos="58000">
                <a:srgbClr val="5B89BA"/>
              </a:gs>
            </a:gsLst>
            <a:lin ang="3000000" scaled="0"/>
            <a:tileRect/>
          </a:gra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357A0D-3DCC-F398-861B-8F19625AC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299" y="1549632"/>
            <a:ext cx="3543187" cy="354318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A5B830-7BAA-CA34-91B5-8B36682E05B1}"/>
              </a:ext>
            </a:extLst>
          </p:cNvPr>
          <p:cNvSpPr/>
          <p:nvPr/>
        </p:nvSpPr>
        <p:spPr>
          <a:xfrm>
            <a:off x="7464669" y="2338754"/>
            <a:ext cx="5794937" cy="606669"/>
          </a:xfrm>
          <a:prstGeom prst="roundRect">
            <a:avLst/>
          </a:prstGeom>
          <a:gradFill>
            <a:gsLst>
              <a:gs pos="30000">
                <a:srgbClr val="A8B8D2"/>
              </a:gs>
              <a:gs pos="3000">
                <a:srgbClr val="C8D8EF"/>
              </a:gs>
              <a:gs pos="52000">
                <a:srgbClr val="5990B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0288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8386FE-4DB0-95B2-9B73-156806792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6248"/>
            <a:ext cx="12241432" cy="370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4400E7-79A4-00E6-62B0-B361C5A4C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1" y="1859143"/>
            <a:ext cx="12178229" cy="330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79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Chan</dc:creator>
  <cp:lastModifiedBy>John Chan</cp:lastModifiedBy>
  <cp:revision>19</cp:revision>
  <dcterms:created xsi:type="dcterms:W3CDTF">2026-08-01T12:07:18Z</dcterms:created>
  <dcterms:modified xsi:type="dcterms:W3CDTF">2026-08-01T14:42:04Z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83ada4e-448b-4689-9b53-cdfe99a249d2_Enabled">
    <vt:lpwstr>true</vt:lpwstr>
  </property>
  <property fmtid="{D5CDD505-2E9C-101B-9397-08002B2CF9AE}" pid="3" name="MSIP_Label_183ada4e-448b-4689-9b53-cdfe99a249d2_SetDate">
    <vt:lpwstr>2026-08-01T12:12:21Z</vt:lpwstr>
  </property>
  <property fmtid="{D5CDD505-2E9C-101B-9397-08002B2CF9AE}" pid="4" name="MSIP_Label_183ada4e-448b-4689-9b53-cdfe99a249d2_Method">
    <vt:lpwstr>Privileged</vt:lpwstr>
  </property>
  <property fmtid="{D5CDD505-2E9C-101B-9397-08002B2CF9AE}" pid="5" name="MSIP_Label_183ada4e-448b-4689-9b53-cdfe99a249d2_Name">
    <vt:lpwstr>Public</vt:lpwstr>
  </property>
  <property fmtid="{D5CDD505-2E9C-101B-9397-08002B2CF9AE}" pid="6" name="MSIP_Label_183ada4e-448b-4689-9b53-cdfe99a249d2_SiteId">
    <vt:lpwstr>fbdb2235-7f50-4509-b407-c58325ec27a8</vt:lpwstr>
  </property>
  <property fmtid="{D5CDD505-2E9C-101B-9397-08002B2CF9AE}" pid="7" name="MSIP_Label_183ada4e-448b-4689-9b53-cdfe99a249d2_ActionId">
    <vt:lpwstr>6ba5433b-1b34-439a-9a79-fd661e83173f</vt:lpwstr>
  </property>
  <property fmtid="{D5CDD505-2E9C-101B-9397-08002B2CF9AE}" pid="8" name="MSIP_Label_183ada4e-448b-4689-9b53-cdfe99a249d2_ContentBits">
    <vt:lpwstr>0</vt:lpwstr>
  </property>
  <property fmtid="{D5CDD505-2E9C-101B-9397-08002B2CF9AE}" pid="9" name="MSIP_Label_183ada4e-448b-4689-9b53-cdfe99a249d2_Tag">
    <vt:lpwstr>10, 0, 1, 1</vt:lpwstr>
  </property>
</Properties>
</file>